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1463040"/>
            <a:ext cx="8897112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1463040"/>
            <a:ext cx="128016" cy="3931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6916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5555"/>
                </a:solidFill>
              </a:rPr>
              <a:t>HORIZON SERVICES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4028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3A6B"/>
                </a:solidFill>
              </a:rPr>
              <a:t>Internal AI Knowledge
Assistant Proposal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370332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38404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TRP1 · Week 12 Capstone  ·  Part 4A – Final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297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Rachel Samson  ·  May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Horizon Services Group  ·  Internal AI Knowledge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0292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Employees get answers from...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555555"/>
                </a:solidFill>
              </a:rPr>
              <a:t>—  Policy documents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555555"/>
                </a:solidFill>
              </a:rPr>
              <a:t>—  Slack messages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555555"/>
                </a:solidFill>
              </a:rPr>
              <a:t>—  Manager guidance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555555"/>
                </a:solidFill>
              </a:rPr>
              <a:t>—  Personal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Common questions include: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555555"/>
                </a:solidFill>
              </a:rPr>
              <a:t>—  "Can I expense this?"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555555"/>
                </a:solidFill>
              </a:rPr>
              <a:t>—  "Who approves remote work gear?"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555555"/>
                </a:solidFill>
              </a:rPr>
              <a:t>—  "Can I use AI tools with client data?"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5760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This causes...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05740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Managers answering the same questions repeatedly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83464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Inconsistent guidance across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61188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657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Slow decision-making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389120"/>
            <a:ext cx="914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Compliance and security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Horizon Services Group  ·  Internal AI Knowledge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An AI assistant that answers employee questions using approved company policies.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65176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51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Finds relevant policy documents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1168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011680"/>
            <a:ext cx="265176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651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Generates a clear, structured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011680"/>
            <a:ext cx="265176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51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Cites the exact policy behind every 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65176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51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Routes uncertain cases to a human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MVP Scope: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93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HR policies  ·  Expenses  ·  Remote work &amp; equipment  ·  Communication  ·  AI tool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Horizon Services Group  ·  Internal AI Knowledge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783080" cy="1783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Employee
asks a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1463040"/>
            <a:ext cx="1783080" cy="1783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1508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176272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Retrieval
searches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1463040"/>
            <a:ext cx="1783080" cy="1783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508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176272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 generates
an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1463040"/>
            <a:ext cx="1783080" cy="1783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508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2176272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Guardrails
check for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5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7" y="1463040"/>
            <a:ext cx="1783080" cy="1783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1508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2176272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Response
delivered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22407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9" y="1463040"/>
            <a:ext cx="1783080" cy="1783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508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9" y="2176272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Logged for
improvement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20440"/>
            <a:ext cx="113385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639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System Components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114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555555"/>
                </a:solidFill>
              </a:rPr>
              <a:t>—  User Interface (Slack or Web Chat)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5555"/>
                </a:solidFill>
              </a:rPr>
              <a:t>—  Knowledge Base (approved policy documents)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5555"/>
                </a:solidFill>
              </a:rPr>
              <a:t>—  Retrieval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14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555555"/>
                </a:solidFill>
              </a:rPr>
              <a:t>—  LLM Answer Generation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5555"/>
                </a:solidFill>
              </a:rPr>
              <a:t>—  Guardrails &amp; Escalation Engine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5555"/>
                </a:solidFill>
              </a:rPr>
              <a:t>—  Logging &amp; Feedback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Prompt Strategy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Horizon Services Group  ·  Internal AI Knowledge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3 Prompt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30352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91440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Retrieval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Tells the AI how to search the knowledge base accurately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93008"/>
            <a:ext cx="530352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93008"/>
            <a:ext cx="91440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Answer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5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Shapes the response so it's grounded in retrieved policy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82896"/>
            <a:ext cx="530352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82896"/>
            <a:ext cx="91440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743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Escalation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132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Detects conflicts, confidential data, and approval situations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5 Guardrail 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103120"/>
            <a:ext cx="5120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23113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Only use approved policy documents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926079"/>
            <a:ext cx="5120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05409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Never fabricate information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749039"/>
            <a:ext cx="5120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877055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Flag confidentiality risks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572000"/>
            <a:ext cx="5120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70001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Escalate when uncertain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394960"/>
            <a:ext cx="5120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52297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Never make final approval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Example: Live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Horizon Services Group  ·  Internal AI Knowledge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Employee asks: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"Can I use ChatGPT to summarize confidential client interview notes?"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3520440" cy="16916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414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Direct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39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— confidential client data cannot be pasted into public AI tools.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331720"/>
            <a:ext cx="3520440" cy="1691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4414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34639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AI Usage Policy allows AI for drafting, but confidential data must stay internal.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331720"/>
            <a:ext cx="3520440" cy="1691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4414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834639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Policy Note 5 — AI Tool Usage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3520440" cy="1691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5312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343400"/>
            <a:ext cx="3520440" cy="1691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45312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8463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YES — flag to manager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343400"/>
            <a:ext cx="3520440" cy="1691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45312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Next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8463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Consult your manager or IT security for an approved alternative.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Risks, Decisions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Horizon Services Group  ·  Internal AI Knowledge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Key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Retrieval-based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1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Grounds answers in real documents, not guesswork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35808"/>
            <a:ext cx="29260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Policy overrides 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85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Official docs always take precedence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70248"/>
            <a:ext cx="29260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Human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Uncertain cases go to a person, not the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04688"/>
            <a:ext cx="29260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3749039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Risks &amp; Mitigations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Risk: Hallucinated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5059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Fix:  Only use retrieved, approved 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03580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337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Risk: Conflicting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6850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Fix:  Official policy wins; escalate uncertainty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27024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572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Risk: Confidential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919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Fix:  Input filtering + confidentiality warnings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550468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0" y="1371600"/>
            <a:ext cx="3200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148840"/>
            <a:ext cx="41148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21854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20370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Audit existing policies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227832"/>
            <a:ext cx="41148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2644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28269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Build MVP retrieval 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4306824"/>
            <a:ext cx="41148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343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3616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Pilot with HR, Finance &amp; Ops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5385816"/>
            <a:ext cx="41148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54223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544067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Iterate from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Final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508760"/>
            <a:ext cx="57881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The Internal AI Knowledge Assistant is a practical,
scalable solution for Horizon Services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743200"/>
            <a:ext cx="43891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706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Built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35584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Retrieval-Based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50208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014215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Strong Guardrails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608576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672583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Source-Backed 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266944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53309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Human Escalation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743200"/>
            <a:ext cx="43891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706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Delivers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91840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35584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Higher Productivity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950208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014215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Policy Consistency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608576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672583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Operational Efficiency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266944"/>
            <a:ext cx="4389120" cy="566928"/>
          </a:xfrm>
          <a:prstGeom prst="rect">
            <a:avLst/>
          </a:prstGeom>
          <a:solidFill>
            <a:srgbClr val="21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53309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Compliance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89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